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44008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06490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2468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253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554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9939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9301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4767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4051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5708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33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B1F42-63EE-4D03-A36A-93AF05BAEEBD}" type="datetimeFigureOut">
              <a:rPr lang="fr-CH" smtClean="0"/>
              <a:t>30.04.2020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E9190-3A19-42C3-824F-9A1FAD60475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2017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372629" y="195775"/>
            <a:ext cx="5664386" cy="6032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Tsodyks</a:t>
            </a:r>
            <a:r>
              <a:rPr lang="fr-CH" dirty="0"/>
              <a:t>-Markram </a:t>
            </a:r>
            <a:br>
              <a:rPr lang="fr-CH" dirty="0"/>
            </a:br>
            <a:r>
              <a:rPr lang="fr-CH" dirty="0"/>
              <a:t>model of STP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73" y="1876814"/>
            <a:ext cx="5720298" cy="4351338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78" y="818464"/>
            <a:ext cx="5028784" cy="51872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327106" y="6438221"/>
            <a:ext cx="27099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/>
              <a:t>Tsodyks</a:t>
            </a:r>
            <a:r>
              <a:rPr lang="en-US" sz="1400" dirty="0"/>
              <a:t> and Markram, PNAS, 1997</a:t>
            </a:r>
          </a:p>
        </p:txBody>
      </p:sp>
    </p:spTree>
    <p:extLst>
      <p:ext uri="{BB962C8B-B14F-4D97-AF65-F5344CB8AC3E}">
        <p14:creationId xmlns:p14="http://schemas.microsoft.com/office/powerpoint/2010/main" val="400364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436973" y="0"/>
            <a:ext cx="6755027" cy="62648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Tsodyks</a:t>
            </a:r>
            <a:r>
              <a:rPr lang="fr-CH" dirty="0"/>
              <a:t> Markram</a:t>
            </a:r>
            <a:br>
              <a:rPr lang="fr-CH" dirty="0"/>
            </a:br>
            <a:r>
              <a:rPr lang="fr-CH" dirty="0"/>
              <a:t>Model of STP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21" y="435272"/>
            <a:ext cx="6352660" cy="579163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165" y="2184016"/>
            <a:ext cx="1840800" cy="14726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554818" y="3656657"/>
            <a:ext cx="560614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	R[0]=1</a:t>
            </a:r>
          </a:p>
          <a:p>
            <a:r>
              <a:rPr lang="en-US" sz="1400" dirty="0"/>
              <a:t>	E[0]=0</a:t>
            </a:r>
          </a:p>
          <a:p>
            <a:r>
              <a:rPr lang="en-US" sz="1400" dirty="0"/>
              <a:t>	P[0]=0</a:t>
            </a:r>
          </a:p>
          <a:p>
            <a:r>
              <a:rPr lang="en-US" sz="1400" dirty="0"/>
              <a:t>	U[0]=Use</a:t>
            </a:r>
          </a:p>
          <a:p>
            <a:r>
              <a:rPr lang="en-US" sz="1400" dirty="0"/>
              <a:t>	</a:t>
            </a:r>
          </a:p>
          <a:p>
            <a:r>
              <a:rPr lang="en-US" sz="1400" dirty="0"/>
              <a:t>	for (</a:t>
            </a:r>
            <a:r>
              <a:rPr lang="en-US" sz="1400" dirty="0" err="1"/>
              <a:t>i</a:t>
            </a:r>
            <a:r>
              <a:rPr lang="en-US" sz="1400" dirty="0"/>
              <a:t>=1; </a:t>
            </a:r>
            <a:r>
              <a:rPr lang="en-US" sz="1400" dirty="0" err="1"/>
              <a:t>i</a:t>
            </a:r>
            <a:r>
              <a:rPr lang="en-US" sz="1400" dirty="0"/>
              <a:t>&lt;</a:t>
            </a:r>
            <a:r>
              <a:rPr lang="en-US" sz="1400" dirty="0" err="1"/>
              <a:t>tf</a:t>
            </a:r>
            <a:r>
              <a:rPr lang="en-US" sz="1400" dirty="0"/>
              <a:t>; </a:t>
            </a:r>
            <a:r>
              <a:rPr lang="en-US" sz="1400" dirty="0" err="1"/>
              <a:t>i</a:t>
            </a:r>
            <a:r>
              <a:rPr lang="en-US" sz="1400" dirty="0"/>
              <a:t>+=1)</a:t>
            </a:r>
          </a:p>
          <a:p>
            <a:r>
              <a:rPr lang="en-US" sz="1400" dirty="0"/>
              <a:t>	    R[</a:t>
            </a:r>
            <a:r>
              <a:rPr lang="en-US" sz="1400" dirty="0" err="1"/>
              <a:t>i</a:t>
            </a:r>
            <a:r>
              <a:rPr lang="en-US" sz="1400" dirty="0"/>
              <a:t>] = R[i-1]+ dx*(1-R[i-1]-E[i-1])/</a:t>
            </a:r>
            <a:r>
              <a:rPr lang="en-US" sz="1400" dirty="0" err="1"/>
              <a:t>Trec</a:t>
            </a:r>
            <a:r>
              <a:rPr lang="en-US" sz="1400" dirty="0"/>
              <a:t> - U[i-1]*R[i-1]*AP[i-1]</a:t>
            </a:r>
          </a:p>
          <a:p>
            <a:r>
              <a:rPr lang="en-US" sz="1400" dirty="0"/>
              <a:t>	    E[</a:t>
            </a:r>
            <a:r>
              <a:rPr lang="en-US" sz="1400" dirty="0" err="1"/>
              <a:t>i</a:t>
            </a:r>
            <a:r>
              <a:rPr lang="en-US" sz="1400" dirty="0"/>
              <a:t>] = E[i-1] - dx*E[i-1]/</a:t>
            </a:r>
            <a:r>
              <a:rPr lang="en-US" sz="1400" dirty="0" err="1"/>
              <a:t>Tinac</a:t>
            </a:r>
            <a:r>
              <a:rPr lang="en-US" sz="1400" dirty="0"/>
              <a:t> + U[i-1]*R[i-1]*AP[i-1]</a:t>
            </a:r>
          </a:p>
          <a:p>
            <a:r>
              <a:rPr lang="en-US" sz="1400" dirty="0"/>
              <a:t>	    U[</a:t>
            </a:r>
            <a:r>
              <a:rPr lang="en-US" sz="1400" dirty="0" err="1"/>
              <a:t>i</a:t>
            </a:r>
            <a:r>
              <a:rPr lang="en-US" sz="1400" dirty="0"/>
              <a:t>] = U[i-1] -dx*(U[i-1]-Use)/</a:t>
            </a:r>
            <a:r>
              <a:rPr lang="en-US" sz="1400" dirty="0" err="1"/>
              <a:t>Tfac+Use</a:t>
            </a:r>
            <a:r>
              <a:rPr lang="en-US" sz="1400" dirty="0"/>
              <a:t>*(1-U[i-1])*AP[i-1]</a:t>
            </a:r>
          </a:p>
          <a:p>
            <a:r>
              <a:rPr lang="en-US" sz="1400" dirty="0"/>
              <a:t>	    P[</a:t>
            </a:r>
            <a:r>
              <a:rPr lang="en-US" sz="1400" dirty="0" err="1"/>
              <a:t>i</a:t>
            </a:r>
            <a:r>
              <a:rPr lang="en-US" sz="1400" dirty="0"/>
              <a:t>] = P[i-1] +dx*(</a:t>
            </a:r>
            <a:r>
              <a:rPr lang="en-US" sz="1400" dirty="0" err="1"/>
              <a:t>Rin</a:t>
            </a:r>
            <a:r>
              <a:rPr lang="en-US" sz="1400" dirty="0"/>
              <a:t>*</a:t>
            </a:r>
            <a:r>
              <a:rPr lang="en-US" sz="1400" dirty="0" err="1"/>
              <a:t>Ase</a:t>
            </a:r>
            <a:r>
              <a:rPr lang="en-US" sz="1400" dirty="0"/>
              <a:t>*E[i-1] - P[i-1])/</a:t>
            </a:r>
            <a:r>
              <a:rPr lang="en-US" sz="1400" dirty="0" err="1"/>
              <a:t>TauMem</a:t>
            </a:r>
            <a:endParaRPr lang="en-US" sz="1400" dirty="0"/>
          </a:p>
          <a:p>
            <a:r>
              <a:rPr lang="en-US" sz="1400" dirty="0"/>
              <a:t>	</a:t>
            </a:r>
            <a:r>
              <a:rPr lang="en-US" sz="1400" dirty="0" err="1"/>
              <a:t>endfor</a:t>
            </a:r>
            <a:endParaRPr lang="en-US" sz="1400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435" y="1934985"/>
            <a:ext cx="3228960" cy="24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06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187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Tsodyks-Markram  model of STP</vt:lpstr>
      <vt:lpstr>Tsodyks Markram Model of STP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Ayah Khubieh</dc:creator>
  <cp:lastModifiedBy>Jane Yi</cp:lastModifiedBy>
  <cp:revision>3</cp:revision>
  <dcterms:created xsi:type="dcterms:W3CDTF">2017-07-20T14:15:11Z</dcterms:created>
  <dcterms:modified xsi:type="dcterms:W3CDTF">2020-04-30T10:05:48Z</dcterms:modified>
</cp:coreProperties>
</file>